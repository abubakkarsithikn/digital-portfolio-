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9" r:id="rId10"/>
    <p:sldId id="263" r:id="rId11"/>
    <p:sldId id="270" r:id="rId12"/>
    <p:sldId id="272" r:id="rId13"/>
    <p:sldId id="273" r:id="rId14"/>
    <p:sldId id="271" r:id="rId15"/>
    <p:sldId id="265" r:id="rId1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60" d="100"/>
          <a:sy n="60" d="100"/>
        </p:scale>
        <p:origin x="8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438149" y="2989719"/>
            <a:ext cx="1131570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	     	      : ABUBAKKAR SITHIK N</a:t>
            </a:r>
          </a:p>
          <a:p>
            <a:r>
              <a:rPr lang="en-US" sz="2400" dirty="0"/>
              <a:t>REGISTER NO AND NMID	      :</a:t>
            </a:r>
            <a:r>
              <a:rPr lang="en-IN" sz="2400" dirty="0"/>
              <a:t>7DA8038D914CF43A1464507398A8683F 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 			      :COMPUTER SCIENCE</a:t>
            </a:r>
          </a:p>
          <a:p>
            <a:r>
              <a:rPr lang="en-US" sz="2400" dirty="0"/>
              <a:t>COLLEGE: COLLEGE/ UNIVERSITY :GOVERNMENT ARTS AND SCIENCE COLLEGE</a:t>
            </a:r>
          </a:p>
          <a:p>
            <a:r>
              <a:rPr lang="en-US" sz="2400" dirty="0"/>
              <a:t>				       METTUPALAYAM/BHARATHIAR UNIVERSITY 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117E3-2F9D-E3D7-D6E9-0C9E91392387}"/>
              </a:ext>
            </a:extLst>
          </p:cNvPr>
          <p:cNvSpPr txBox="1"/>
          <p:nvPr/>
        </p:nvSpPr>
        <p:spPr>
          <a:xfrm>
            <a:off x="2762250" y="3044279"/>
            <a:ext cx="666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MY DIGITAL PORTFOLIO </a:t>
            </a:r>
            <a:endParaRPr lang="en-IN" sz="4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BDA23-CDBB-A281-0A68-38ACC2910DEB}"/>
              </a:ext>
            </a:extLst>
          </p:cNvPr>
          <p:cNvSpPr txBox="1"/>
          <p:nvPr/>
        </p:nvSpPr>
        <p:spPr>
          <a:xfrm>
            <a:off x="609601" y="2133600"/>
            <a:ext cx="7315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Students and fresh developers often struggle to showcase their skills and projects beyond a resume.</a:t>
            </a:r>
          </a:p>
          <a:p>
            <a:r>
              <a:rPr lang="en-US" sz="2800" dirty="0"/>
              <a:t>A personal portfolio website solves this problem by providing a central place to present projects, skills, and contact information in an interactive way.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9CB58-C3FC-18DE-AB10-90A056269B71}"/>
              </a:ext>
            </a:extLst>
          </p:cNvPr>
          <p:cNvSpPr txBox="1"/>
          <p:nvPr/>
        </p:nvSpPr>
        <p:spPr>
          <a:xfrm>
            <a:off x="838200" y="2161045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project is a personal portfolio website for Abubakkar Sithik (B.Sc. Computer Science student).</a:t>
            </a:r>
          </a:p>
          <a:p>
            <a:r>
              <a:rPr lang="en-US" sz="2800" dirty="0"/>
              <a:t>It showcases skills, interests, and projects in web development and electronics.</a:t>
            </a:r>
          </a:p>
          <a:p>
            <a:r>
              <a:rPr lang="en-US" sz="2800" dirty="0"/>
              <a:t>The site is designed to be clean, responsive, and easy to navigate.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BC6FF-4F1B-630F-75A5-8BB8134B260B}"/>
              </a:ext>
            </a:extLst>
          </p:cNvPr>
          <p:cNvSpPr txBox="1"/>
          <p:nvPr/>
        </p:nvSpPr>
        <p:spPr>
          <a:xfrm>
            <a:off x="699452" y="2514600"/>
            <a:ext cx="81397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Recruiters and hiring managers looking to evaluate skills</a:t>
            </a:r>
          </a:p>
          <a:p>
            <a:endParaRPr lang="en-US" sz="2400" b="1" dirty="0"/>
          </a:p>
          <a:p>
            <a:r>
              <a:rPr lang="en-US" sz="2400" b="1" dirty="0"/>
              <a:t>College professors and peers reviewing academic projects</a:t>
            </a:r>
          </a:p>
          <a:p>
            <a:endParaRPr lang="en-US" sz="2400" b="1" dirty="0"/>
          </a:p>
          <a:p>
            <a:r>
              <a:rPr lang="en-US" sz="2400" b="1" dirty="0"/>
              <a:t>Freelance clients seeking proof of web development ability</a:t>
            </a:r>
          </a:p>
          <a:p>
            <a:endParaRPr lang="en-US" sz="2400" b="1" dirty="0"/>
          </a:p>
          <a:p>
            <a:r>
              <a:rPr lang="en-US" sz="2400" b="1" dirty="0"/>
              <a:t>General audience interested in student’s work and interests</a:t>
            </a:r>
            <a:endParaRPr lang="en-IN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11307"/>
          <a:stretch>
            <a:fillRect/>
          </a:stretch>
        </p:blipFill>
        <p:spPr>
          <a:xfrm>
            <a:off x="0" y="1433195"/>
            <a:ext cx="23907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C4639-41C5-5352-919D-A33CC24CD4F6}"/>
              </a:ext>
            </a:extLst>
          </p:cNvPr>
          <p:cNvSpPr txBox="1"/>
          <p:nvPr/>
        </p:nvSpPr>
        <p:spPr>
          <a:xfrm>
            <a:off x="2514600" y="2133600"/>
            <a:ext cx="6324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HTML5, CSS3 (Flexbox, Grid)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(ES6+)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EmailJS</a:t>
            </a: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(for contact form)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(code hosting)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Sublime text editor Code (development)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Responsive design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0E041-7375-5846-4488-34E04063D4AC}"/>
              </a:ext>
            </a:extLst>
          </p:cNvPr>
          <p:cNvSpPr txBox="1"/>
          <p:nvPr/>
        </p:nvSpPr>
        <p:spPr>
          <a:xfrm>
            <a:off x="1524000" y="1125129"/>
            <a:ext cx="507206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Sticky header with navigation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Hero section with intro &amp; quick links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About section with profile photo + bio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Skills and Interests as interactive chips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Projects section with code viewer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Contact form integrated with EmailJS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5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50" dirty="0"/>
              <a:t>Light/Dark theme toggle</a:t>
            </a:r>
            <a:endParaRPr lang="en-IN" sz="2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6358F-F53E-67EA-7045-ED07FE732D6A}"/>
              </a:ext>
            </a:extLst>
          </p:cNvPr>
          <p:cNvSpPr txBox="1"/>
          <p:nvPr/>
        </p:nvSpPr>
        <p:spPr>
          <a:xfrm>
            <a:off x="1524000" y="1371600"/>
            <a:ext cx="7315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Responsive across devices (mobile/desktop)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Theme toggle (light/dark, stored in </a:t>
            </a:r>
            <a:r>
              <a:rPr lang="en-IN" sz="2400" dirty="0" err="1"/>
              <a:t>localStorage</a:t>
            </a:r>
            <a:r>
              <a:rPr lang="en-IN" sz="24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Scroll-based active navigation highlighting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Reveal animations with </a:t>
            </a:r>
            <a:r>
              <a:rPr lang="en-IN" sz="2400" dirty="0" err="1"/>
              <a:t>IntersectionObserver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Contact form with live email sending (</a:t>
            </a:r>
            <a:r>
              <a:rPr lang="en-IN" sz="2400" dirty="0" err="1"/>
              <a:t>EmailJS</a:t>
            </a:r>
            <a:r>
              <a:rPr lang="en-IN" sz="24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Inline code viewer for projects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Dynamic footer with auto-updating year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BAA75D-742F-98D5-C2A1-0849A2B43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543050"/>
            <a:ext cx="944880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6279-9536-2BBB-8747-1ABDD39F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38664"/>
          </a:xfrm>
        </p:spPr>
        <p:txBody>
          <a:bodyPr/>
          <a:lstStyle/>
          <a:p>
            <a:r>
              <a:rPr lang="en-IN" spc="15" dirty="0"/>
              <a:t>RESULTS AND 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74733-545F-BFBD-96D1-3F93EFB1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1219199"/>
            <a:ext cx="10820400" cy="5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9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1FD2-945A-0DC5-DE28-77508FC8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38664"/>
          </a:xfrm>
        </p:spPr>
        <p:txBody>
          <a:bodyPr/>
          <a:lstStyle/>
          <a:p>
            <a:r>
              <a:rPr lang="en-IN" spc="15" dirty="0"/>
              <a:t>RESULTS AND 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32BD2-2346-77EA-123F-EE7DEBD63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4426"/>
            <a:ext cx="10210799" cy="574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44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E817-D2FC-3B43-9F8C-1412DC2E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38664"/>
          </a:xfrm>
        </p:spPr>
        <p:txBody>
          <a:bodyPr/>
          <a:lstStyle/>
          <a:p>
            <a:r>
              <a:rPr lang="en-IN" spc="15" dirty="0"/>
              <a:t>RESULTS AND 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09846-B236-C1D5-FC12-BA54A0818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32" y="1071562"/>
            <a:ext cx="102870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0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5B2C-4BF6-17D4-A56E-FEB5DB22A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38664"/>
          </a:xfrm>
        </p:spPr>
        <p:txBody>
          <a:bodyPr/>
          <a:lstStyle/>
          <a:p>
            <a:r>
              <a:rPr lang="en-IN" spc="15" dirty="0"/>
              <a:t>RESULTS AND SCREENSHOTS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3C12E-6B00-E20A-5263-129364734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32" y="1073334"/>
            <a:ext cx="102870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56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15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03F69-3D62-CF5B-1808-135147D14135}"/>
              </a:ext>
            </a:extLst>
          </p:cNvPr>
          <p:cNvSpPr txBox="1"/>
          <p:nvPr/>
        </p:nvSpPr>
        <p:spPr>
          <a:xfrm>
            <a:off x="1524000" y="2209800"/>
            <a:ext cx="7315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portfolio serves as a personal branding tool for </a:t>
            </a:r>
            <a:r>
              <a:rPr lang="en-US" sz="2800" dirty="0" err="1"/>
              <a:t>abubakkar</a:t>
            </a:r>
            <a:r>
              <a:rPr lang="en-US" sz="2800" dirty="0"/>
              <a:t> sithik N.</a:t>
            </a:r>
          </a:p>
          <a:p>
            <a:r>
              <a:rPr lang="en-US" sz="2800" dirty="0"/>
              <a:t>It highlights technical skills, projects, and interests in a professional way.</a:t>
            </a:r>
          </a:p>
          <a:p>
            <a:r>
              <a:rPr lang="en-US" sz="2800" dirty="0"/>
              <a:t>The website is a foundation that can be expanded with more projects, blogs, or case studies in the future.</a:t>
            </a:r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420</Words>
  <Application>Microsoft Office PowerPoint</Application>
  <PresentationFormat>Widescreen</PresentationFormat>
  <Paragraphs>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Times New Roman</vt:lpstr>
      <vt:lpstr>Trebuchet MS</vt:lpstr>
      <vt:lpstr>Wingdings</vt:lpstr>
      <vt:lpstr>Office Theme</vt:lpstr>
      <vt:lpstr>Digital Portfolio </vt:lpstr>
      <vt:lpstr>PROJECT TITLE</vt:lpstr>
      <vt:lpstr>PROBLEM STATEMENT</vt:lpstr>
      <vt:lpstr>AGENDA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RESULTS AND SCREENSHOTS</vt:lpstr>
      <vt:lpstr>RESULTS AND SCREENSHOTS</vt:lpstr>
      <vt:lpstr>RESULTS AND SCREENSHOTS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Hiiii Lenovo</cp:lastModifiedBy>
  <cp:revision>55</cp:revision>
  <dcterms:created xsi:type="dcterms:W3CDTF">2024-03-29T15:07:22Z</dcterms:created>
  <dcterms:modified xsi:type="dcterms:W3CDTF">2025-08-26T05:29:01Z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